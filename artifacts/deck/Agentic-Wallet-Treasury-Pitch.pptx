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chenfen.github.io/agentic-wallet-treasury/" TargetMode="External"/><Relationship Id="rId3" Type="http://schemas.openxmlformats.org/officeDocument/2006/relationships/hyperlink" Target="https://github.com/ychenfen/agentic-wallet-treasury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chenfen/agentic-wallet-treasury/blob/main/SUBMISSION_HASHES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Wallet Treasury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94944" y="1783080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C7C2"/>
                </a:solidFill>
              </a:rPr>
              <a:t>Five ERC-8004 agents coordinate treasury decisions on Mantle: proposal, risk approval, execution, validation, and reputation.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172D27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66644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Scout: proposal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0" y="27432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2866644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Guard: EIP-712 approval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38928" y="27432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48656" y="2866644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Claw: execution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51776" y="27432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1504" y="2866644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Ledger: reputation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564624" y="2743200"/>
            <a:ext cx="196596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74352" y="2866644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Sentinel: validation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968" y="3456432"/>
            <a:ext cx="9189720" cy="0"/>
          </a:xfrm>
          <a:prstGeom prst="line">
            <a:avLst/>
          </a:prstGeom>
          <a:noFill/>
          <a:ln w="15240">
            <a:solidFill>
              <a:srgbClr val="66D1C0"/>
            </a:solidFill>
            <a:prstDash val="solid"/>
            <a:headEnd type="none"/>
            <a:tailEnd type="triangle"/>
          </a:ln>
        </p:spPr>
      </p:sp>
      <p:pic>
        <p:nvPicPr>
          <p:cNvPr id="15" name="Image 0" descr="assets/buidl-logo-4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005840"/>
            <a:ext cx="2514600" cy="2514600"/>
          </a:xfrm>
          <a:prstGeom prst="rect">
            <a:avLst/>
          </a:prstGeom>
        </p:spPr>
      </p:pic>
      <p:sp>
        <p:nvSpPr>
          <p:cNvPr id="16" name="Text 13">
            <a:hlinkClick r:id="rId2" tooltip=""/>
          </p:cNvPr>
          <p:cNvSpPr/>
          <p:nvPr/>
        </p:nvSpPr>
        <p:spPr>
          <a:xfrm>
            <a:off x="713232" y="59893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66D1C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Dashboard: ychenfen.github.io/agentic-wallet-treasury</a:t>
            </a:r>
            <a:endParaRPr lang="en-US" sz="850" dirty="0"/>
          </a:p>
        </p:txBody>
      </p:sp>
      <p:sp>
        <p:nvSpPr>
          <p:cNvPr id="17" name="Text 14">
            <a:hlinkClick r:id="rId3" tooltip=""/>
          </p:cNvPr>
          <p:cNvSpPr/>
          <p:nvPr/>
        </p:nvSpPr>
        <p:spPr>
          <a:xfrm>
            <a:off x="6035040" y="5989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66D1C0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github.com/ychenfen/agentic-wallet-treasury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Agent wallets need accountability before they can manage capital.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3383280" cy="3886200"/>
          </a:xfrm>
          <a:prstGeom prst="roundRect">
            <a:avLst>
              <a:gd name="adj" fmla="val 2162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54864" cy="38862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0876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Most demos stop too early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1892808"/>
            <a:ext cx="29992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They show an AI suggesting or clicking an action, but skip durable identity, permissioning, replay safety, validation, and long-term reputation.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383280" cy="3886200"/>
          </a:xfrm>
          <a:prstGeom prst="roundRect">
            <a:avLst>
              <a:gd name="adj" fmla="val 2162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25880"/>
            <a:ext cx="54864" cy="3886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0876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Treasury automation raises the stakes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1892808"/>
            <a:ext cx="29992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If agents can move assets, judges and users need to know who approved the action, why it was allowed, and whether the result matched policy.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383280" cy="3886200"/>
          </a:xfrm>
          <a:prstGeom prst="roundRect">
            <a:avLst>
              <a:gd name="adj" fmla="val 2162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325880"/>
            <a:ext cx="54864" cy="388620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50876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Web3 has the right substrate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1892808"/>
            <a:ext cx="2999232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Mantle + ERC-8004 lets agent decisions become verifiable artifacts instead of screenshots or unverifiable logs.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A full agent economy loop, not a single bot.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00" dirty="0">
                <a:solidFill>
                  <a:srgbClr val="F4F7F5"/>
                </a:solidFill>
              </a:rPr>
              <a:t>Scout proposes a bounded treasury action.</a:t>
            </a:r>
            <a:endParaRPr lang="en-US" sz="1700" dirty="0"/>
          </a:p>
          <a:p>
            <a:r>
              <a:rPr lang="en-US" sz="1700" dirty="0">
                <a:solidFill>
                  <a:srgbClr val="F4F7F5"/>
                </a:solidFill>
              </a:rPr>
              <a:t>Guard checks policy and signs an EIP-712 ApprovedAction.</a:t>
            </a:r>
            <a:endParaRPr lang="en-US" sz="1700" dirty="0"/>
          </a:p>
          <a:p>
            <a:r>
              <a:rPr lang="en-US" sz="1700" dirty="0">
                <a:solidFill>
                  <a:srgbClr val="F4F7F5"/>
                </a:solidFill>
              </a:rPr>
              <a:t>Claw executes through AgenticTreasury on Mantle Sepolia.</a:t>
            </a:r>
            <a:endParaRPr lang="en-US" sz="1700" dirty="0"/>
          </a:p>
          <a:p>
            <a:r>
              <a:rPr lang="en-US" sz="1700" dirty="0">
                <a:solidFill>
                  <a:srgbClr val="F4F7F5"/>
                </a:solidFill>
              </a:rPr>
              <a:t>Ledger writes structured ERC-8004 reputation feedback.</a:t>
            </a:r>
            <a:endParaRPr lang="en-US" sz="1700" dirty="0"/>
          </a:p>
          <a:p>
            <a:r>
              <a:rPr lang="en-US" sz="1700" dirty="0">
                <a:solidFill>
                  <a:srgbClr val="F4F7F5"/>
                </a:solidFill>
              </a:rPr>
              <a:t>Sentinel independently validates and posts the response.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89320" y="1261872"/>
            <a:ext cx="5303520" cy="4069080"/>
          </a:xfrm>
          <a:prstGeom prst="roundRect">
            <a:avLst>
              <a:gd name="adj" fmla="val 224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3736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172D27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8608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IdentityRegistry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006840" y="1856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C2"/>
                </a:solidFill>
              </a:rPr>
              <a:t>5 real agent IDs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46520" y="245059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57403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ReputationRegistry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06840" y="25694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C2"/>
                </a:solidFill>
              </a:rPr>
              <a:t>feedback events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316382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28726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ValidationRegistry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06840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C2"/>
                </a:solidFill>
              </a:rPr>
              <a:t>request + response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3877056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10211D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00050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AgenticTreasury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06840" y="39959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7C2"/>
                </a:solidFill>
              </a:rPr>
              <a:t>EIP-712 execution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The control loop is explicit, replay-safe, and inspectable.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54864" cy="8229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74320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Scout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312724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proposal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0" y="2560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560320"/>
            <a:ext cx="54864" cy="8229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74320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Guard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44368" y="312724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policy + signature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560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560320"/>
            <a:ext cx="54864" cy="8229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74320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Claw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01768" y="312724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execute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256032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560320"/>
            <a:ext cx="54864" cy="82296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74320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Treasury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9168" y="312724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contract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5400" y="14630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463040"/>
            <a:ext cx="54864" cy="8229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164592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Sentinel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16568" y="202996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validate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3657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15400" y="3657600"/>
            <a:ext cx="54864" cy="8229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16568" y="384048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Ledger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16568" y="4224528"/>
            <a:ext cx="103327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reputation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84832" y="2971800"/>
            <a:ext cx="658368" cy="0"/>
          </a:xfrm>
          <a:prstGeom prst="line">
            <a:avLst/>
          </a:prstGeom>
          <a:noFill/>
          <a:ln w="17780">
            <a:solidFill>
              <a:srgbClr val="66D1C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42232" y="2971800"/>
            <a:ext cx="658368" cy="0"/>
          </a:xfrm>
          <a:prstGeom prst="line">
            <a:avLst/>
          </a:prstGeom>
          <a:noFill/>
          <a:ln w="17780">
            <a:solidFill>
              <a:srgbClr val="66D1C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99632" y="2971800"/>
            <a:ext cx="658368" cy="0"/>
          </a:xfrm>
          <a:prstGeom prst="line">
            <a:avLst/>
          </a:prstGeom>
          <a:noFill/>
          <a:ln w="17780">
            <a:solidFill>
              <a:srgbClr val="66D1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83880" y="2743200"/>
            <a:ext cx="777240" cy="0"/>
          </a:xfrm>
          <a:prstGeom prst="line">
            <a:avLst/>
          </a:prstGeom>
          <a:noFill/>
          <a:ln w="17780">
            <a:solidFill>
              <a:srgbClr val="66D1C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83880" y="3337560"/>
            <a:ext cx="777240" cy="0"/>
          </a:xfrm>
          <a:prstGeom prst="line">
            <a:avLst/>
          </a:prstGeom>
          <a:noFill/>
          <a:ln w="17780">
            <a:solidFill>
              <a:srgbClr val="66D1C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880360" y="3886200"/>
            <a:ext cx="1508760" cy="420624"/>
          </a:xfrm>
          <a:prstGeom prst="roundRect">
            <a:avLst>
              <a:gd name="adj" fmla="val 17391"/>
            </a:avLst>
          </a:prstGeom>
          <a:solidFill>
            <a:srgbClr val="172D27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0088" y="400964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EIP-712 approval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" y="5321808"/>
            <a:ext cx="3657600" cy="420624"/>
          </a:xfrm>
          <a:prstGeom prst="roundRect">
            <a:avLst>
              <a:gd name="adj" fmla="val 17391"/>
            </a:avLst>
          </a:prstGeom>
          <a:solidFill>
            <a:srgbClr val="172D27"/>
          </a:solidFill>
          <a:ln w="12700">
            <a:solidFill>
              <a:srgbClr val="2C4B44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544525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4F7F5"/>
                </a:solidFill>
              </a:rPr>
              <a:t>ERC-8004 identity + reputation +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On-Chain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Every core claim is independently verifiable on Mantle Sepolia.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4440"/>
            <a:ext cx="54864" cy="105156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1732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AgenticTreasury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1801368"/>
            <a:ext cx="491947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0x739862c3cf9b5f9fe6a8ecd95e75714a20116fe9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Deploy tx: 0x649656b3...d2f190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14600"/>
            <a:ext cx="54864" cy="105156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6974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Five ERC-8004 identities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" y="3081528"/>
            <a:ext cx="491947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Scout #26, Guard #27, Claw #28, Ledger #29, Sentinel #30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94760"/>
            <a:ext cx="54864" cy="1051560"/>
          </a:xfrm>
          <a:prstGeom prst="rect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7764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Latest execution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361688"/>
            <a:ext cx="491947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mantle-sepolia adapter submitted tx 0xa3d26423...a4ca8a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2344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234440"/>
            <a:ext cx="54864" cy="132588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41732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0528" y="1801368"/>
            <a:ext cx="473659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request tx 0x652b7154...c448b6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response tx 0xe4897d7e...2cca8d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880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880360"/>
            <a:ext cx="54864" cy="1051560"/>
          </a:xfrm>
          <a:prstGeom prst="rect">
            <a:avLst/>
          </a:prstGeom>
          <a:solidFill>
            <a:srgbClr val="172D27"/>
          </a:solidFill>
          <a:ln w="12700">
            <a:solidFill>
              <a:srgbClr val="172D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06324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Evidence 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3447288"/>
            <a:ext cx="4736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SUBMISSION_HASHES.md lists all registry, reputation, validation, and treasury links.</a:t>
            </a:r>
            <a:endParaRPr lang="en-US" sz="1150" dirty="0"/>
          </a:p>
        </p:txBody>
      </p:sp>
      <p:sp>
        <p:nvSpPr>
          <p:cNvPr id="27" name="Text 25">
            <a:hlinkClick r:id="rId1" tooltip=""/>
          </p:cNvPr>
          <p:cNvSpPr/>
          <p:nvPr/>
        </p:nvSpPr>
        <p:spPr>
          <a:xfrm>
            <a:off x="6355080" y="4206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u="sng" dirty="0">
                <a:solidFill>
                  <a:srgbClr val="66D1C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evidence report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A judge-facing interface backed by real event data.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pic>
        <p:nvPicPr>
          <p:cNvPr id="7" name="Image 0" descr="artifacts/screenshots/dashboard-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658368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32588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2360" y="1325880"/>
            <a:ext cx="54864" cy="201168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53528" y="150876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What to click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53528" y="1892808"/>
            <a:ext cx="359359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Execution proof links to Mantlescan.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Live Chain shows agent feedback and validation counts.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Event Log backfills Identity, Reputation, Validation, and Treasury events.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52360" y="370332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2360" y="3703320"/>
            <a:ext cx="54864" cy="1554480"/>
          </a:xfrm>
          <a:prstGeom prst="rect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53528" y="388620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Current public state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53528" y="4270248"/>
            <a:ext cx="35935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Preflight: 11 pass / 0 warn / 0 fail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Events: 16 chain events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Latest validation: 92/100 passed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Can Win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Track fit: Agentic Wallets &amp; Economy.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54864" cy="137160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173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ERC-8004 depth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1801368"/>
            <a:ext cx="29992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Uses all three surfaces: IdentityRegistry, ReputationRegistry, ValidationRegistry.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234440"/>
            <a:ext cx="54864" cy="13716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4173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Verifiable execution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1801368"/>
            <a:ext cx="29992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EIP-712 risk approval plus real AgenticTreasury execution on Mantle Sepolia.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234440"/>
            <a:ext cx="54864" cy="1371600"/>
          </a:xfrm>
          <a:prstGeom prst="rect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4173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Replayable demo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5048" y="1801368"/>
            <a:ext cx="29992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Open-source scripts regenerate the dashboard, chain snapshots, event logs, and submission report.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33756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37560"/>
            <a:ext cx="54864" cy="1325880"/>
          </a:xfrm>
          <a:prstGeom prst="rect">
            <a:avLst/>
          </a:prstGeom>
          <a:solidFill>
            <a:srgbClr val="172D27"/>
          </a:solidFill>
          <a:ln w="12700">
            <a:solidFill>
              <a:srgbClr val="172D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520440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Not overclaimed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6968" y="3904488"/>
            <a:ext cx="473659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This is a control-plane primitive for agent wallets, not a profitability claim or paper trading leaderboard.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3375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337560"/>
            <a:ext cx="54864" cy="1325880"/>
          </a:xfrm>
          <a:prstGeom prst="rect">
            <a:avLst/>
          </a:prstGeom>
          <a:solidFill>
            <a:srgbClr val="172D27"/>
          </a:solidFill>
          <a:ln w="12700">
            <a:solidFill>
              <a:srgbClr val="172D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352044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Extensible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64808" y="3904488"/>
            <a:ext cx="491947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Same loop can serve RWA allocation, DeFi rebalancing, treasury ops, and validator reputation markets.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F"/>
          </a:solidFill>
          <a:ln w="12700">
            <a:solidFill>
              <a:srgbClr val="07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C2"/>
                </a:solidFill>
              </a:rPr>
              <a:t>From hackathon proof to reusable agent wallet infrastructure.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555480" y="4206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7C2"/>
                </a:solidFill>
              </a:rPr>
              <a:t>Mantle Turing Test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562356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00" dirty="0">
                <a:solidFill>
                  <a:srgbClr val="F4F7F5"/>
                </a:solidFill>
              </a:rPr>
              <a:t>Host agent metadata instead of data URIs for richer identity pages.</a:t>
            </a:r>
            <a:endParaRPr lang="en-US" sz="1600" dirty="0"/>
          </a:p>
          <a:p>
            <a:r>
              <a:rPr lang="en-US" sz="1600" dirty="0">
                <a:solidFill>
                  <a:srgbClr val="F4F7F5"/>
                </a:solidFill>
              </a:rPr>
              <a:t>Add Mantle-specific Byreal Skills when released for this track.</a:t>
            </a:r>
            <a:endParaRPr lang="en-US" sz="1600" dirty="0"/>
          </a:p>
          <a:p>
            <a:r>
              <a:rPr lang="en-US" sz="1600" dirty="0">
                <a:solidFill>
                  <a:srgbClr val="F4F7F5"/>
                </a:solidFill>
              </a:rPr>
              <a:t>Expand Sentinel adapters for quotes, slippage, gas, and policy proofs.</a:t>
            </a:r>
            <a:endParaRPr lang="en-US" sz="1600" dirty="0"/>
          </a:p>
          <a:p>
            <a:r>
              <a:rPr lang="en-US" sz="1600" dirty="0">
                <a:solidFill>
                  <a:srgbClr val="F4F7F5"/>
                </a:solidFill>
              </a:rPr>
              <a:t>Package Guard policies as reusable wallet risk modules.</a:t>
            </a:r>
            <a:endParaRPr lang="en-US" sz="1600" dirty="0"/>
          </a:p>
          <a:p>
            <a:r>
              <a:rPr lang="en-US" sz="1600" dirty="0">
                <a:solidFill>
                  <a:srgbClr val="F4F7F5"/>
                </a:solidFill>
              </a:rPr>
              <a:t>Move from demo treasury to account abstraction wallet integration.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1234440"/>
            <a:ext cx="4800600" cy="3063240"/>
          </a:xfrm>
          <a:prstGeom prst="roundRect">
            <a:avLst>
              <a:gd name="adj" fmla="val 2388"/>
            </a:avLst>
          </a:prstGeom>
          <a:solidFill>
            <a:srgbClr val="10211D"/>
          </a:solidFill>
          <a:ln w="12700">
            <a:solidFill>
              <a:srgbClr val="2C4B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234440"/>
            <a:ext cx="54864" cy="3063240"/>
          </a:xfrm>
          <a:prstGeom prst="rect">
            <a:avLst/>
          </a:prstGeom>
          <a:solidFill>
            <a:srgbClr val="66D1C0"/>
          </a:solidFill>
          <a:ln w="12700">
            <a:solidFill>
              <a:srgbClr val="66D1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141732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5"/>
                </a:solidFill>
              </a:rPr>
              <a:t>Submission links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30568" y="1801368"/>
            <a:ext cx="4416552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GitHub: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https://github.com/ychenfen/agentic-wallet-treasury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Dashboard: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https://ychenfen.github.io/agentic-wallet-treasury/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Evidence: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7C2"/>
                </a:solidFill>
              </a:rPr>
              <a:t>SUBMISSION_HASHES.md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56832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5"/>
                </a:solidFill>
              </a:rPr>
              <a:t>Agentic Wallet Treasury gives Mantle a verifiable benchmark for autonomous wallet agents.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ClawDAO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Wallet Treasury</dc:title>
  <dc:subject>Mantle Turing Test Hackathon 2026</dc:subject>
  <dc:creator>Agentic Wallet Treasury</dc:creator>
  <cp:lastModifiedBy>Agentic Wallet Treasury</cp:lastModifiedBy>
  <cp:revision>1</cp:revision>
  <dcterms:created xsi:type="dcterms:W3CDTF">2026-05-05T05:14:13Z</dcterms:created>
  <dcterms:modified xsi:type="dcterms:W3CDTF">2026-05-05T05:14:13Z</dcterms:modified>
</cp:coreProperties>
</file>